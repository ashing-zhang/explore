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2810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145" y="192405"/>
            <a:ext cx="7794625" cy="51968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066405" y="271780"/>
            <a:ext cx="4027805" cy="6039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广州圣丰索菲特大酒店直连</a:t>
            </a:r>
            <a:r>
              <a:rPr lang="zh-CN" altLang="en-US"/>
              <a:t>数据：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查询量、试单量、成交</a:t>
            </a:r>
            <a:r>
              <a:rPr lang="zh-CN" altLang="en-US"/>
              <a:t>量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事件：1. 2026.04.15-05.05 第139届中国进出口商品交易会（广交会，广交会展馆，距离酒店约4.8公里）；2. 2026.04.14-04.17 第六届广州采购交易会（保利世贸博览馆，距离约4.8公里）；3. 2026.04.21-04.27 广州家居用品及礼品展览会（保利世贸博览馆，距离约4.8公里）；4. 2026.05.01-05.03 广州华夏家博会（保利世贸博览馆，距离约4.8公里）；5. 2026.04.24-05.05 沉浸式情景剧《大湾鸡·星际追光》（广州塔剧场，距离约3.5公里）；6. 2026.04.29-05.02 杂技童话剧《萌动奇迹》（广州市文化馆，距离约6.6公里）；7. 2026年4-5月 广州大剧院《江/云?之/间》话剧（距离约2.6公里）；8. 2026年4-5月 中山纪念堂《日出》《雷雨》《茶馆》经典话剧（距离约5.2公里）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066405" y="271780"/>
            <a:ext cx="4027805" cy="6424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山水时尚酒店(广州火车东站店)直连</a:t>
            </a:r>
            <a:r>
              <a:rPr lang="zh-CN" altLang="en-US"/>
              <a:t>数据：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查询量、试单量、成交</a:t>
            </a:r>
            <a:r>
              <a:rPr lang="zh-CN" altLang="en-US"/>
              <a:t>量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事件：1. 2026.04.15-05.05 第139届中国进出口商品交易会（广交会，广交会展馆，距离酒店约5.8公里）；2. 2026.04.14-04.17 第六届广州采购交易会（保利世贸博览馆，距离约5.8公里）；3. 2026.04.21-04.27 广州家居用品及礼品展览会（保利世贸博览馆，距离约5.8公里）；4. 2026.05.01-05.03 广州华夏家博会（保利世贸博览馆，距离约5.8公里）；5. 2026.04.24-05.05 沉浸式情景剧《大湾鸡·星际追光》（广州塔剧场，距离约4.7公里）；6. 2026.04.29-05.02 杂技童话剧《萌动奇迹》（广州市文化馆，距离约7.8公里）；7. 2026年4-5月 广州大剧院《江/云?之/间》话剧（距离约3.8公里）；8. 2026年4-5月 中山纪念堂《日出》《雷雨》《茶馆》经典话剧（距离约6.5公里）</a:t>
            </a:r>
            <a:endParaRPr lang="zh-CN" altLang="en-US"/>
          </a:p>
        </p:txBody>
      </p:sp>
      <p:pic>
        <p:nvPicPr>
          <p:cNvPr id="2" name="图片 1" descr="4019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915" y="271780"/>
            <a:ext cx="7857490" cy="52387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066405" y="271780"/>
            <a:ext cx="4027805" cy="3157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山水时尚酒店(广州黄埔东路大沙东地铁站店）直连</a:t>
            </a:r>
            <a:r>
              <a:rPr lang="zh-CN" altLang="en-US"/>
              <a:t>数据：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查询量、试单量、成交</a:t>
            </a:r>
            <a:r>
              <a:rPr lang="zh-CN" altLang="en-US"/>
              <a:t>量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/>
              <a:t>事件：1. 2026.05.01 岳云鹏“非要唱”巡回演唱会-广州站（宝能广州国际体育演艺中心，距离酒店约8.5公里）；2. 2026.05.09-05.10、05.16 林子祥&amp;叶蒨文“白头到老”演唱会-广州站（宝能广州国际体育演艺中心，距离酒店约8.5公里）</a:t>
            </a:r>
            <a:endParaRPr lang="zh-CN" altLang="en-US"/>
          </a:p>
        </p:txBody>
      </p:sp>
      <p:pic>
        <p:nvPicPr>
          <p:cNvPr id="2" name="图片 1" descr="65226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465" y="0"/>
            <a:ext cx="7654290" cy="510349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1011</Words>
  <Application>WPS 演示</Application>
  <PresentationFormat>宽屏</PresentationFormat>
  <Paragraphs>12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Ashing</cp:lastModifiedBy>
  <cp:revision>160</cp:revision>
  <dcterms:created xsi:type="dcterms:W3CDTF">2019-06-19T02:08:00Z</dcterms:created>
  <dcterms:modified xsi:type="dcterms:W3CDTF">2026-06-23T07:01:41Z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23A7FB29AB1A4C8CBC07C42D950C17BE_11</vt:lpwstr>
  </property>
</Properties>
</file>